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/>
  </p:normalViewPr>
  <p:slideViewPr>
    <p:cSldViewPr snapToGrid="0">
      <p:cViewPr varScale="1">
        <p:scale>
          <a:sx n="70" d="100"/>
          <a:sy n="70" d="100"/>
        </p:scale>
        <p:origin x="525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16/08/2026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307080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16/08/2026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78854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16/08/2026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66534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16/08/2026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827338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16/08/2026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151800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16/08/2026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78119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16/08/2026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60664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16/08/2026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471976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16/08/2026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022622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16/08/2026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3569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16/08/2026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092787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A2CC2A-5CFF-450D-AB10-594363CFED2D}" type="datetimeFigureOut">
              <a:rPr lang="en-AU" smtClean="0"/>
              <a:t>16/08/2026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695210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552734" y="675564"/>
            <a:ext cx="1310185" cy="80521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 smtClean="0">
                <a:solidFill>
                  <a:schemeClr val="tx1"/>
                </a:solidFill>
              </a:rPr>
              <a:t>Questionnaire + answers {demographic, lifestyle, issues, etc.}</a:t>
            </a:r>
          </a:p>
        </p:txBody>
      </p:sp>
      <p:sp>
        <p:nvSpPr>
          <p:cNvPr id="5" name="Rectangle 4"/>
          <p:cNvSpPr/>
          <p:nvPr/>
        </p:nvSpPr>
        <p:spPr>
          <a:xfrm>
            <a:off x="552733" y="1817426"/>
            <a:ext cx="1310185" cy="8575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 smtClean="0">
                <a:solidFill>
                  <a:schemeClr val="tx1"/>
                </a:solidFill>
              </a:rPr>
              <a:t>Image {}</a:t>
            </a:r>
            <a:endParaRPr lang="en-AU" sz="1100" dirty="0">
              <a:solidFill>
                <a:schemeClr val="tx1"/>
              </a:solidFill>
            </a:endParaRPr>
          </a:p>
        </p:txBody>
      </p:sp>
      <p:sp>
        <p:nvSpPr>
          <p:cNvPr id="6" name="Right Arrow 5"/>
          <p:cNvSpPr/>
          <p:nvPr/>
        </p:nvSpPr>
        <p:spPr>
          <a:xfrm>
            <a:off x="1862919" y="928047"/>
            <a:ext cx="532262" cy="29342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Right Arrow 6"/>
          <p:cNvSpPr/>
          <p:nvPr/>
        </p:nvSpPr>
        <p:spPr>
          <a:xfrm>
            <a:off x="1862918" y="2099479"/>
            <a:ext cx="532262" cy="29342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Oval 7"/>
          <p:cNvSpPr/>
          <p:nvPr/>
        </p:nvSpPr>
        <p:spPr>
          <a:xfrm>
            <a:off x="2395180" y="675564"/>
            <a:ext cx="880281" cy="76654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AI 1</a:t>
            </a:r>
            <a:endParaRPr lang="en-AU" dirty="0"/>
          </a:p>
        </p:txBody>
      </p:sp>
      <p:sp>
        <p:nvSpPr>
          <p:cNvPr id="9" name="Oval 8"/>
          <p:cNvSpPr/>
          <p:nvPr/>
        </p:nvSpPr>
        <p:spPr>
          <a:xfrm>
            <a:off x="2395179" y="1862918"/>
            <a:ext cx="880281" cy="76654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AI 2</a:t>
            </a:r>
            <a:endParaRPr lang="en-AU" dirty="0"/>
          </a:p>
        </p:txBody>
      </p:sp>
      <p:sp>
        <p:nvSpPr>
          <p:cNvPr id="11" name="Right Arrow 10"/>
          <p:cNvSpPr/>
          <p:nvPr/>
        </p:nvSpPr>
        <p:spPr>
          <a:xfrm>
            <a:off x="3275461" y="928047"/>
            <a:ext cx="532262" cy="29342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2" name="Right Arrow 11"/>
          <p:cNvSpPr/>
          <p:nvPr/>
        </p:nvSpPr>
        <p:spPr>
          <a:xfrm>
            <a:off x="3275460" y="2099479"/>
            <a:ext cx="532262" cy="29342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4" name="Rectangle 13"/>
          <p:cNvSpPr/>
          <p:nvPr/>
        </p:nvSpPr>
        <p:spPr>
          <a:xfrm>
            <a:off x="3807722" y="675564"/>
            <a:ext cx="1310185" cy="80521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 err="1" smtClean="0">
                <a:solidFill>
                  <a:schemeClr val="tx1"/>
                </a:solidFill>
              </a:rPr>
              <a:t>skin_concerns</a:t>
            </a:r>
            <a:r>
              <a:rPr lang="en-US" sz="1100" dirty="0" smtClean="0">
                <a:solidFill>
                  <a:schemeClr val="tx1"/>
                </a:solidFill>
              </a:rPr>
              <a:t> (SC00--, SC20--)</a:t>
            </a:r>
            <a:endParaRPr lang="en-US" sz="1100" dirty="0">
              <a:solidFill>
                <a:schemeClr val="tx1"/>
              </a:solidFill>
            </a:endParaRPr>
          </a:p>
          <a:p>
            <a:r>
              <a:rPr lang="en-US" sz="1100" dirty="0">
                <a:solidFill>
                  <a:schemeClr val="tx1"/>
                </a:solidFill>
              </a:rPr>
              <a:t>s</a:t>
            </a:r>
            <a:r>
              <a:rPr lang="en-US" sz="1100" dirty="0" smtClean="0">
                <a:solidFill>
                  <a:schemeClr val="tx1"/>
                </a:solidFill>
              </a:rPr>
              <a:t>kin type?</a:t>
            </a:r>
          </a:p>
          <a:p>
            <a:endParaRPr lang="en-US" sz="1100" dirty="0" smtClean="0">
              <a:solidFill>
                <a:schemeClr val="tx1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911988" y="4943900"/>
            <a:ext cx="2224585" cy="131700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Formula (Base + Active)</a:t>
            </a:r>
          </a:p>
          <a:p>
            <a:pPr algn="ctr"/>
            <a:r>
              <a:rPr lang="en-US" dirty="0" smtClean="0"/>
              <a:t>Recommendation</a:t>
            </a:r>
            <a:endParaRPr lang="en-AU" dirty="0"/>
          </a:p>
        </p:txBody>
      </p:sp>
      <p:sp>
        <p:nvSpPr>
          <p:cNvPr id="16" name="Rectangle 15"/>
          <p:cNvSpPr/>
          <p:nvPr/>
        </p:nvSpPr>
        <p:spPr>
          <a:xfrm>
            <a:off x="2906973" y="4930253"/>
            <a:ext cx="1392071" cy="11395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benefits</a:t>
            </a:r>
            <a:endParaRPr lang="en-AU" dirty="0"/>
          </a:p>
        </p:txBody>
      </p:sp>
      <p:sp>
        <p:nvSpPr>
          <p:cNvPr id="17" name="Rectangle 16"/>
          <p:cNvSpPr/>
          <p:nvPr/>
        </p:nvSpPr>
        <p:spPr>
          <a:xfrm>
            <a:off x="4724400" y="4930253"/>
            <a:ext cx="1392071" cy="11395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active</a:t>
            </a:r>
            <a:endParaRPr lang="en-AU" dirty="0"/>
          </a:p>
        </p:txBody>
      </p:sp>
      <p:sp>
        <p:nvSpPr>
          <p:cNvPr id="18" name="Rectangle 17"/>
          <p:cNvSpPr/>
          <p:nvPr/>
        </p:nvSpPr>
        <p:spPr>
          <a:xfrm>
            <a:off x="1092958" y="4930253"/>
            <a:ext cx="1392071" cy="11395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s</a:t>
            </a:r>
            <a:r>
              <a:rPr lang="en-US" sz="1400" dirty="0" err="1" smtClean="0"/>
              <a:t>kin_concern</a:t>
            </a:r>
            <a:endParaRPr lang="en-AU" sz="1400" dirty="0"/>
          </a:p>
        </p:txBody>
      </p:sp>
      <p:sp>
        <p:nvSpPr>
          <p:cNvPr id="19" name="Rectangle 18"/>
          <p:cNvSpPr/>
          <p:nvPr/>
        </p:nvSpPr>
        <p:spPr>
          <a:xfrm>
            <a:off x="6064155" y="3568622"/>
            <a:ext cx="1392071" cy="11395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base</a:t>
            </a:r>
            <a:endParaRPr lang="en-AU" dirty="0"/>
          </a:p>
        </p:txBody>
      </p:sp>
      <p:sp>
        <p:nvSpPr>
          <p:cNvPr id="20" name="Rectangle 19"/>
          <p:cNvSpPr/>
          <p:nvPr/>
        </p:nvSpPr>
        <p:spPr>
          <a:xfrm>
            <a:off x="2538480" y="3568622"/>
            <a:ext cx="3153769" cy="11395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Age, </a:t>
            </a:r>
            <a:r>
              <a:rPr lang="en-US" dirty="0" err="1" smtClean="0"/>
              <a:t>Skin_type</a:t>
            </a:r>
            <a:r>
              <a:rPr lang="en-US" dirty="0" smtClean="0"/>
              <a:t>,</a:t>
            </a:r>
            <a:br>
              <a:rPr lang="en-US" dirty="0" smtClean="0"/>
            </a:br>
            <a:r>
              <a:rPr lang="en-US" dirty="0" smtClean="0"/>
              <a:t>Acne </a:t>
            </a:r>
            <a:r>
              <a:rPr lang="en-US" dirty="0" err="1" smtClean="0"/>
              <a:t>Sutable</a:t>
            </a:r>
            <a:r>
              <a:rPr lang="en-US" dirty="0" smtClean="0"/>
              <a:t>, </a:t>
            </a:r>
            <a:r>
              <a:rPr lang="en-AU" dirty="0"/>
              <a:t>Climate 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7722" y="1817426"/>
            <a:ext cx="1310185" cy="8575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 err="1" smtClean="0">
                <a:solidFill>
                  <a:schemeClr val="tx1"/>
                </a:solidFill>
              </a:rPr>
              <a:t>skin_concerns</a:t>
            </a:r>
            <a:r>
              <a:rPr lang="en-US" sz="1100" dirty="0" smtClean="0">
                <a:solidFill>
                  <a:schemeClr val="tx1"/>
                </a:solidFill>
              </a:rPr>
              <a:t> (SC00--, SC20--)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650168" y="579608"/>
            <a:ext cx="6388287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 smtClean="0">
                <a:solidFill>
                  <a:schemeClr val="tx1"/>
                </a:solidFill>
              </a:rPr>
              <a:t>skin_concerns</a:t>
            </a:r>
            <a:r>
              <a:rPr lang="en-US" sz="1100" dirty="0" smtClean="0">
                <a:solidFill>
                  <a:schemeClr val="tx1"/>
                </a:solidFill>
              </a:rPr>
              <a:t>: {</a:t>
            </a:r>
          </a:p>
          <a:p>
            <a:r>
              <a:rPr lang="en-US" sz="1100" dirty="0"/>
              <a:t> </a:t>
            </a:r>
            <a:r>
              <a:rPr lang="en-US" sz="1100" dirty="0" smtClean="0"/>
              <a:t>  </a:t>
            </a:r>
            <a:r>
              <a:rPr lang="en-US" sz="1100" dirty="0" err="1" smtClean="0"/>
              <a:t>skin_concern_id</a:t>
            </a:r>
            <a:r>
              <a:rPr lang="en-US" sz="1100" dirty="0" smtClean="0"/>
              <a:t>: 0, </a:t>
            </a:r>
            <a:r>
              <a:rPr lang="en-US" sz="1100" dirty="0" err="1" smtClean="0"/>
              <a:t>skin_concern_name</a:t>
            </a:r>
            <a:r>
              <a:rPr lang="en-US" sz="1100" dirty="0" smtClean="0"/>
              <a:t>: "Dry Skin“, </a:t>
            </a:r>
            <a:r>
              <a:rPr lang="en-US" sz="1100" dirty="0" err="1" smtClean="0"/>
              <a:t>certainity_pc</a:t>
            </a:r>
            <a:r>
              <a:rPr lang="en-US" sz="1100" dirty="0" smtClean="0"/>
              <a:t>: </a:t>
            </a:r>
            <a:r>
              <a:rPr lang="en-US" sz="1100" dirty="0" smtClean="0"/>
              <a:t>null</a:t>
            </a:r>
            <a:r>
              <a:rPr lang="en-US" sz="1100" dirty="0"/>
              <a:t>, </a:t>
            </a:r>
            <a:r>
              <a:rPr lang="en-US" sz="1100" dirty="0" err="1" smtClean="0"/>
              <a:t>severity_pc</a:t>
            </a:r>
            <a:r>
              <a:rPr lang="en-US" sz="1100" dirty="0"/>
              <a:t>: null, </a:t>
            </a:r>
            <a:endParaRPr lang="en-US" sz="1100" dirty="0" smtClean="0"/>
          </a:p>
          <a:p>
            <a:r>
              <a:rPr lang="en-US" sz="1100" dirty="0" smtClean="0"/>
              <a:t>   </a:t>
            </a:r>
            <a:r>
              <a:rPr lang="en-US" sz="1100" dirty="0" err="1" smtClean="0"/>
              <a:t>skin_concern_id</a:t>
            </a:r>
            <a:r>
              <a:rPr lang="en-US" sz="1100" dirty="0" smtClean="0"/>
              <a:t>: 1, </a:t>
            </a:r>
            <a:r>
              <a:rPr lang="en-US" sz="1100" dirty="0" err="1" smtClean="0"/>
              <a:t>skin_concern_name</a:t>
            </a:r>
            <a:r>
              <a:rPr lang="en-US" sz="1100" dirty="0" smtClean="0"/>
              <a:t>: "Dehydrated Skin“, </a:t>
            </a:r>
            <a:r>
              <a:rPr lang="en-US" sz="1100" dirty="0" err="1" smtClean="0"/>
              <a:t>certainity_pc</a:t>
            </a:r>
            <a:r>
              <a:rPr lang="en-US" sz="1100" dirty="0" smtClean="0"/>
              <a:t>: null</a:t>
            </a:r>
            <a:r>
              <a:rPr lang="en-US" sz="1100" dirty="0"/>
              <a:t>, </a:t>
            </a:r>
            <a:r>
              <a:rPr lang="en-US" sz="1100" dirty="0" err="1"/>
              <a:t>severity_pc</a:t>
            </a:r>
            <a:r>
              <a:rPr lang="en-US" sz="1100" dirty="0"/>
              <a:t>: null,</a:t>
            </a:r>
            <a:endParaRPr lang="en-US" sz="1100" dirty="0" smtClean="0"/>
          </a:p>
          <a:p>
            <a:r>
              <a:rPr lang="en-US" sz="1100" dirty="0" smtClean="0"/>
              <a:t>   </a:t>
            </a:r>
            <a:r>
              <a:rPr lang="en-US" sz="1100" dirty="0" err="1" smtClean="0"/>
              <a:t>skin_concern_id</a:t>
            </a:r>
            <a:r>
              <a:rPr lang="en-US" sz="1100" dirty="0" smtClean="0"/>
              <a:t>: 2, </a:t>
            </a:r>
            <a:r>
              <a:rPr lang="en-US" sz="1100" dirty="0" err="1" smtClean="0"/>
              <a:t>skin_concern_name</a:t>
            </a:r>
            <a:r>
              <a:rPr lang="en-US" sz="1100" dirty="0" smtClean="0"/>
              <a:t>: "Compromised Skin Barrier“, </a:t>
            </a:r>
            <a:r>
              <a:rPr lang="en-US" sz="1100" dirty="0" err="1" smtClean="0"/>
              <a:t>certainity_pc</a:t>
            </a:r>
            <a:r>
              <a:rPr lang="en-US" sz="1100" dirty="0" smtClean="0"/>
              <a:t>: null</a:t>
            </a:r>
            <a:r>
              <a:rPr lang="en-US" sz="1100" dirty="0"/>
              <a:t>, </a:t>
            </a:r>
            <a:r>
              <a:rPr lang="en-US" sz="1100" dirty="0" err="1"/>
              <a:t>severity_pc</a:t>
            </a:r>
            <a:r>
              <a:rPr lang="en-US" sz="1100" dirty="0"/>
              <a:t>: null,</a:t>
            </a:r>
            <a:endParaRPr lang="en-US" sz="1100" dirty="0" smtClean="0"/>
          </a:p>
          <a:p>
            <a:r>
              <a:rPr lang="en-US" sz="1100" dirty="0" smtClean="0"/>
              <a:t>   </a:t>
            </a:r>
            <a:r>
              <a:rPr lang="en-US" sz="1100" dirty="0" err="1" smtClean="0"/>
              <a:t>skin_concern_id</a:t>
            </a:r>
            <a:r>
              <a:rPr lang="en-US" sz="1100" dirty="0" smtClean="0"/>
              <a:t>: 3, </a:t>
            </a:r>
            <a:r>
              <a:rPr lang="en-US" sz="1100" dirty="0" err="1" smtClean="0"/>
              <a:t>skin_concern_name</a:t>
            </a:r>
            <a:r>
              <a:rPr lang="en-US" sz="1100" dirty="0" smtClean="0"/>
              <a:t>: "Sensitive Skin“, </a:t>
            </a:r>
            <a:r>
              <a:rPr lang="en-US" sz="1100" dirty="0" err="1" smtClean="0"/>
              <a:t>certainity_pc</a:t>
            </a:r>
            <a:r>
              <a:rPr lang="en-US" sz="1100" dirty="0" smtClean="0"/>
              <a:t>: null</a:t>
            </a:r>
            <a:r>
              <a:rPr lang="en-US" sz="1100" dirty="0"/>
              <a:t>, </a:t>
            </a:r>
            <a:r>
              <a:rPr lang="en-US" sz="1100" dirty="0" err="1"/>
              <a:t>severity_pc</a:t>
            </a:r>
            <a:r>
              <a:rPr lang="en-US" sz="1100" dirty="0"/>
              <a:t>: null,</a:t>
            </a:r>
            <a:endParaRPr lang="en-US" sz="1100" dirty="0" smtClean="0"/>
          </a:p>
          <a:p>
            <a:r>
              <a:rPr lang="en-US" sz="1100" dirty="0" smtClean="0"/>
              <a:t>}</a:t>
            </a:r>
          </a:p>
          <a:p>
            <a:r>
              <a:rPr lang="en-US" sz="1100" dirty="0" smtClean="0"/>
              <a:t>prompt = “given the image in the &lt;</a:t>
            </a:r>
            <a:r>
              <a:rPr lang="en-US" sz="1100" dirty="0" err="1" smtClean="0"/>
              <a:t>image_url</a:t>
            </a:r>
            <a:r>
              <a:rPr lang="en-US" sz="1100" dirty="0" smtClean="0"/>
              <a:t> &gt; get me the &lt;</a:t>
            </a:r>
            <a:r>
              <a:rPr lang="en-US" sz="1100" dirty="0" err="1" smtClean="0"/>
              <a:t>s</a:t>
            </a:r>
            <a:r>
              <a:rPr lang="en-US" sz="1100" dirty="0" err="1" smtClean="0">
                <a:solidFill>
                  <a:schemeClr val="tx1"/>
                </a:solidFill>
              </a:rPr>
              <a:t>kin_concerns.</a:t>
            </a:r>
            <a:r>
              <a:rPr lang="en-US" sz="1100" dirty="0" err="1" smtClean="0"/>
              <a:t>certainity_pc</a:t>
            </a:r>
            <a:r>
              <a:rPr lang="en-US" sz="1100" dirty="0" smtClean="0"/>
              <a:t>&gt; populated …”</a:t>
            </a:r>
          </a:p>
          <a:p>
            <a:r>
              <a:rPr lang="en-US" sz="1100" dirty="0" err="1"/>
              <a:t>r</a:t>
            </a:r>
            <a:r>
              <a:rPr lang="en-US" sz="1100" dirty="0" err="1" smtClean="0"/>
              <a:t>et_obj</a:t>
            </a:r>
            <a:r>
              <a:rPr lang="en-US" sz="1100" dirty="0" smtClean="0"/>
              <a:t> = </a:t>
            </a:r>
            <a:r>
              <a:rPr lang="en-US" sz="1100" dirty="0" err="1" smtClean="0"/>
              <a:t>get_info_from_ai</a:t>
            </a:r>
            <a:r>
              <a:rPr lang="en-US" sz="1100" dirty="0" smtClean="0"/>
              <a:t>(</a:t>
            </a:r>
            <a:r>
              <a:rPr lang="en-US" sz="1100" dirty="0" err="1" smtClean="0"/>
              <a:t>model_name</a:t>
            </a:r>
            <a:r>
              <a:rPr lang="en-US" sz="1100" dirty="0" smtClean="0"/>
              <a:t>, </a:t>
            </a:r>
            <a:r>
              <a:rPr lang="en-US" sz="1100" dirty="0" err="1" smtClean="0"/>
              <a:t>model_API_key</a:t>
            </a:r>
            <a:r>
              <a:rPr lang="en-US" sz="1100" dirty="0" smtClean="0"/>
              <a:t>, …, </a:t>
            </a:r>
            <a:r>
              <a:rPr lang="en-US" sz="1100" dirty="0" err="1" smtClean="0"/>
              <a:t>image_url</a:t>
            </a:r>
            <a:r>
              <a:rPr lang="en-US" sz="1100" dirty="0" smtClean="0"/>
              <a:t>, </a:t>
            </a:r>
            <a:r>
              <a:rPr lang="en-US" sz="1100" dirty="0" err="1" smtClean="0"/>
              <a:t>prompt_string</a:t>
            </a:r>
            <a:r>
              <a:rPr lang="en-US" sz="1100" dirty="0" smtClean="0"/>
              <a:t>)</a:t>
            </a:r>
            <a:endParaRPr lang="en-AU" sz="1100" dirty="0"/>
          </a:p>
        </p:txBody>
      </p:sp>
      <p:sp>
        <p:nvSpPr>
          <p:cNvPr id="23" name="Oval 22"/>
          <p:cNvSpPr/>
          <p:nvPr/>
        </p:nvSpPr>
        <p:spPr>
          <a:xfrm>
            <a:off x="6598693" y="4971196"/>
            <a:ext cx="1480782" cy="109864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6835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657</TotalTime>
  <Words>159</Words>
  <Application>Microsoft Office PowerPoint</Application>
  <PresentationFormat>Widescreen</PresentationFormat>
  <Paragraphs>22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User</cp:lastModifiedBy>
  <cp:revision>12</cp:revision>
  <dcterms:created xsi:type="dcterms:W3CDTF">2026-08-14T03:15:05Z</dcterms:created>
  <dcterms:modified xsi:type="dcterms:W3CDTF">2026-08-16T10:26:57Z</dcterms:modified>
</cp:coreProperties>
</file>