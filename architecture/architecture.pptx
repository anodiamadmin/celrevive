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30708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7885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6534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2733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5180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78119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0664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97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2262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569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9278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2CC2A-5CFF-450D-AB10-594363CFED2D}" type="datetimeFigureOut">
              <a:rPr lang="en-AU" smtClean="0"/>
              <a:t>14/08/2026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9521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2734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Questionnaire + answers {demographic, lifestyle, issues, etc.}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733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Image {}</a:t>
            </a:r>
            <a:endParaRPr lang="en-AU" sz="1100" dirty="0">
              <a:solidFill>
                <a:schemeClr val="tx1"/>
              </a:solidFill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1862919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ight Arrow 6"/>
          <p:cNvSpPr/>
          <p:nvPr/>
        </p:nvSpPr>
        <p:spPr>
          <a:xfrm>
            <a:off x="1862918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Oval 7"/>
          <p:cNvSpPr/>
          <p:nvPr/>
        </p:nvSpPr>
        <p:spPr>
          <a:xfrm>
            <a:off x="2395180" y="675564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1</a:t>
            </a:r>
            <a:endParaRPr lang="en-AU" dirty="0"/>
          </a:p>
        </p:txBody>
      </p:sp>
      <p:sp>
        <p:nvSpPr>
          <p:cNvPr id="9" name="Oval 8"/>
          <p:cNvSpPr/>
          <p:nvPr/>
        </p:nvSpPr>
        <p:spPr>
          <a:xfrm>
            <a:off x="2395179" y="1862918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2</a:t>
            </a:r>
            <a:endParaRPr lang="en-AU" dirty="0"/>
          </a:p>
        </p:txBody>
      </p:sp>
      <p:sp>
        <p:nvSpPr>
          <p:cNvPr id="11" name="Right Arrow 10"/>
          <p:cNvSpPr/>
          <p:nvPr/>
        </p:nvSpPr>
        <p:spPr>
          <a:xfrm>
            <a:off x="3275461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ight Arrow 11"/>
          <p:cNvSpPr/>
          <p:nvPr/>
        </p:nvSpPr>
        <p:spPr>
          <a:xfrm>
            <a:off x="3275460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/>
          <p:cNvSpPr/>
          <p:nvPr/>
        </p:nvSpPr>
        <p:spPr>
          <a:xfrm>
            <a:off x="3807722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s</a:t>
            </a:r>
            <a:r>
              <a:rPr lang="en-US" sz="1100" dirty="0" smtClean="0">
                <a:solidFill>
                  <a:schemeClr val="tx1"/>
                </a:solidFill>
              </a:rPr>
              <a:t>kin type?</a:t>
            </a:r>
          </a:p>
          <a:p>
            <a:endParaRPr lang="en-US" sz="1100" dirty="0" smtClean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911988" y="4943900"/>
            <a:ext cx="2224585" cy="13170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Formula (Base + Active)</a:t>
            </a:r>
          </a:p>
          <a:p>
            <a:pPr algn="ctr"/>
            <a:r>
              <a:rPr lang="en-US" dirty="0" smtClean="0"/>
              <a:t>Recommendation</a:t>
            </a:r>
            <a:endParaRPr lang="en-AU" dirty="0"/>
          </a:p>
        </p:txBody>
      </p:sp>
      <p:sp>
        <p:nvSpPr>
          <p:cNvPr id="16" name="Rectangle 15"/>
          <p:cNvSpPr/>
          <p:nvPr/>
        </p:nvSpPr>
        <p:spPr>
          <a:xfrm>
            <a:off x="2906973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benefits</a:t>
            </a:r>
            <a:endParaRPr lang="en-AU" dirty="0"/>
          </a:p>
        </p:txBody>
      </p:sp>
      <p:sp>
        <p:nvSpPr>
          <p:cNvPr id="17" name="Rectangle 16"/>
          <p:cNvSpPr/>
          <p:nvPr/>
        </p:nvSpPr>
        <p:spPr>
          <a:xfrm>
            <a:off x="4724400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active</a:t>
            </a:r>
            <a:endParaRPr lang="en-AU" dirty="0"/>
          </a:p>
        </p:txBody>
      </p:sp>
      <p:sp>
        <p:nvSpPr>
          <p:cNvPr id="18" name="Rectangle 17"/>
          <p:cNvSpPr/>
          <p:nvPr/>
        </p:nvSpPr>
        <p:spPr>
          <a:xfrm>
            <a:off x="1092958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</a:t>
            </a:r>
            <a:r>
              <a:rPr lang="en-US" sz="1400" dirty="0" err="1" smtClean="0"/>
              <a:t>kin_concern</a:t>
            </a:r>
            <a:endParaRPr lang="en-AU" sz="1400" dirty="0"/>
          </a:p>
        </p:txBody>
      </p:sp>
      <p:sp>
        <p:nvSpPr>
          <p:cNvPr id="19" name="Rectangle 18"/>
          <p:cNvSpPr/>
          <p:nvPr/>
        </p:nvSpPr>
        <p:spPr>
          <a:xfrm>
            <a:off x="6064155" y="3568622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base</a:t>
            </a:r>
            <a:endParaRPr lang="en-AU" dirty="0"/>
          </a:p>
        </p:txBody>
      </p:sp>
      <p:sp>
        <p:nvSpPr>
          <p:cNvPr id="20" name="Rectangle 19"/>
          <p:cNvSpPr/>
          <p:nvPr/>
        </p:nvSpPr>
        <p:spPr>
          <a:xfrm>
            <a:off x="2538480" y="3568622"/>
            <a:ext cx="3153769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Age, </a:t>
            </a:r>
            <a:r>
              <a:rPr lang="en-US" dirty="0" err="1" smtClean="0"/>
              <a:t>Skin_type</a:t>
            </a:r>
            <a:r>
              <a:rPr lang="en-US" dirty="0" smtClean="0"/>
              <a:t>,</a:t>
            </a:r>
            <a:br>
              <a:rPr lang="en-US" dirty="0" smtClean="0"/>
            </a:br>
            <a:r>
              <a:rPr lang="en-US" dirty="0" smtClean="0"/>
              <a:t>Acne </a:t>
            </a:r>
            <a:r>
              <a:rPr lang="en-US" dirty="0" err="1" smtClean="0"/>
              <a:t>Sutable</a:t>
            </a:r>
            <a:r>
              <a:rPr lang="en-US" dirty="0" smtClean="0"/>
              <a:t>, </a:t>
            </a:r>
            <a:r>
              <a:rPr lang="en-AU" dirty="0"/>
              <a:t>Climate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7722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50168" y="579608"/>
            <a:ext cx="614302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: {</a:t>
            </a:r>
          </a:p>
          <a:p>
            <a:r>
              <a:rPr lang="en-US" sz="1100" dirty="0"/>
              <a:t> </a:t>
            </a:r>
            <a:r>
              <a:rPr lang="en-US" sz="1100" dirty="0" smtClean="0"/>
              <a:t>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0,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"Dry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null,</a:t>
            </a:r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1,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</a:t>
            </a:r>
            <a:r>
              <a:rPr lang="en-US" sz="1100" dirty="0" smtClean="0"/>
              <a:t>"Dehydrated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2,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</a:t>
            </a:r>
            <a:r>
              <a:rPr lang="en-US" sz="1100" dirty="0" smtClean="0"/>
              <a:t>"Compromised Skin Barrier“,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3,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</a:t>
            </a:r>
            <a:r>
              <a:rPr lang="en-US" sz="1100" dirty="0" smtClean="0"/>
              <a:t>"Sensitive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null,</a:t>
            </a:r>
            <a:endParaRPr lang="en-US" sz="1100" dirty="0" smtClean="0"/>
          </a:p>
          <a:p>
            <a:r>
              <a:rPr lang="en-US" sz="1100" dirty="0" smtClean="0"/>
              <a:t>}</a:t>
            </a:r>
          </a:p>
          <a:p>
            <a:r>
              <a:rPr lang="en-US" sz="1100" dirty="0" smtClean="0"/>
              <a:t>prompt = “given the image in the &lt;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 </a:t>
            </a:r>
            <a:r>
              <a:rPr lang="en-US" sz="1100" dirty="0" smtClean="0"/>
              <a:t>&gt; get me the &lt;</a:t>
            </a:r>
            <a:r>
              <a:rPr lang="en-US" sz="1100" dirty="0" err="1" smtClean="0"/>
              <a:t>s</a:t>
            </a:r>
            <a:r>
              <a:rPr lang="en-US" sz="1100" dirty="0" err="1" smtClean="0">
                <a:solidFill>
                  <a:schemeClr val="tx1"/>
                </a:solidFill>
              </a:rPr>
              <a:t>kin_concerns.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&gt; populated …”</a:t>
            </a:r>
          </a:p>
          <a:p>
            <a:r>
              <a:rPr lang="en-US" sz="1100" dirty="0" err="1"/>
              <a:t>r</a:t>
            </a:r>
            <a:r>
              <a:rPr lang="en-US" sz="1100" dirty="0" err="1" smtClean="0"/>
              <a:t>et_obj</a:t>
            </a:r>
            <a:r>
              <a:rPr lang="en-US" sz="1100" dirty="0" smtClean="0"/>
              <a:t> = </a:t>
            </a:r>
            <a:r>
              <a:rPr lang="en-US" sz="1100" dirty="0" err="1" smtClean="0"/>
              <a:t>get_info_from_ai</a:t>
            </a:r>
            <a:r>
              <a:rPr lang="en-US" sz="1100" dirty="0" smtClean="0"/>
              <a:t>(</a:t>
            </a:r>
            <a:r>
              <a:rPr lang="en-US" sz="1100" dirty="0" err="1" smtClean="0"/>
              <a:t>model_name</a:t>
            </a:r>
            <a:r>
              <a:rPr lang="en-US" sz="1100" dirty="0" smtClean="0"/>
              <a:t>, </a:t>
            </a:r>
            <a:r>
              <a:rPr lang="en-US" sz="1100" dirty="0" err="1" smtClean="0"/>
              <a:t>model_API_key</a:t>
            </a:r>
            <a:r>
              <a:rPr lang="en-US" sz="1100" dirty="0" smtClean="0"/>
              <a:t>, …, 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, </a:t>
            </a:r>
            <a:r>
              <a:rPr lang="en-US" sz="1100" dirty="0" err="1" smtClean="0"/>
              <a:t>prompt_string</a:t>
            </a:r>
            <a:r>
              <a:rPr lang="en-US" sz="1100" dirty="0" smtClean="0"/>
              <a:t>)</a:t>
            </a:r>
            <a:endParaRPr lang="en-AU" sz="1100" dirty="0"/>
          </a:p>
        </p:txBody>
      </p:sp>
      <p:sp>
        <p:nvSpPr>
          <p:cNvPr id="23" name="Oval 22"/>
          <p:cNvSpPr/>
          <p:nvPr/>
        </p:nvSpPr>
        <p:spPr>
          <a:xfrm>
            <a:off x="6598693" y="4971196"/>
            <a:ext cx="1480782" cy="10986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683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143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10</cp:revision>
  <dcterms:created xsi:type="dcterms:W3CDTF">2026-08-14T03:15:05Z</dcterms:created>
  <dcterms:modified xsi:type="dcterms:W3CDTF">2026-08-14T13:12:04Z</dcterms:modified>
</cp:coreProperties>
</file>