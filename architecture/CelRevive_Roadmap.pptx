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2" r:id="rId3"/>
    <p:sldId id="264" r:id="rId4"/>
    <p:sldId id="265" r:id="rId5"/>
    <p:sldId id="26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0708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7885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6534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2733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5180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8119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0664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7197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2262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569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9278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A2CC2A-5CFF-450D-AB10-594363CFED2D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9521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936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669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620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204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435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946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27</cp:revision>
  <dcterms:created xsi:type="dcterms:W3CDTF">2026-08-14T03:15:05Z</dcterms:created>
  <dcterms:modified xsi:type="dcterms:W3CDTF">2026-09-15T10:26:17Z</dcterms:modified>
</cp:coreProperties>
</file>