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68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322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330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0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63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28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558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635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783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45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093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BB7E0-32FA-4888-BB26-8437ED6AE3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98CD0-61C6-4986-89AF-1A58DF3FE4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89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8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04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3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2026-08-04T03:27:29Z</dcterms:created>
  <dcterms:modified xsi:type="dcterms:W3CDTF">2026-08-04T03:34:38Z</dcterms:modified>
</cp:coreProperties>
</file>