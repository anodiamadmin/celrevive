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122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9296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066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37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2245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88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726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3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267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47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49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44C97-835A-4CAA-B64B-DD03ECA94B45}" type="datetimeFigureOut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AB730-021E-46F4-91BF-630D73B56D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0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" y="725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27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nirb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" t="4404" r="1343"/>
          <a:stretch>
            <a:fillRect/>
          </a:stretch>
        </p:blipFill>
        <p:spPr bwMode="auto">
          <a:xfrm>
            <a:off x="428625" y="2547054"/>
            <a:ext cx="1298576" cy="1211943"/>
          </a:xfrm>
          <a:custGeom>
            <a:avLst/>
            <a:gdLst>
              <a:gd name="connsiteX0" fmla="*/ 616857 w 1233714"/>
              <a:gd name="connsiteY0" fmla="*/ 0 h 1211943"/>
              <a:gd name="connsiteX1" fmla="*/ 1233714 w 1233714"/>
              <a:gd name="connsiteY1" fmla="*/ 605972 h 1211943"/>
              <a:gd name="connsiteX2" fmla="*/ 741175 w 1233714"/>
              <a:gd name="connsiteY2" fmla="*/ 1199633 h 1211943"/>
              <a:gd name="connsiteX3" fmla="*/ 616867 w 1233714"/>
              <a:gd name="connsiteY3" fmla="*/ 1211943 h 1211943"/>
              <a:gd name="connsiteX4" fmla="*/ 616847 w 1233714"/>
              <a:gd name="connsiteY4" fmla="*/ 1211943 h 1211943"/>
              <a:gd name="connsiteX5" fmla="*/ 492539 w 1233714"/>
              <a:gd name="connsiteY5" fmla="*/ 1199633 h 1211943"/>
              <a:gd name="connsiteX6" fmla="*/ 0 w 1233714"/>
              <a:gd name="connsiteY6" fmla="*/ 605972 h 1211943"/>
              <a:gd name="connsiteX7" fmla="*/ 616857 w 1233714"/>
              <a:gd name="connsiteY7" fmla="*/ 0 h 121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3714" h="1211943">
                <a:moveTo>
                  <a:pt x="616857" y="0"/>
                </a:moveTo>
                <a:cubicBezTo>
                  <a:pt x="957538" y="0"/>
                  <a:pt x="1233714" y="271303"/>
                  <a:pt x="1233714" y="605972"/>
                </a:cubicBezTo>
                <a:cubicBezTo>
                  <a:pt x="1233714" y="898807"/>
                  <a:pt x="1022267" y="1143128"/>
                  <a:pt x="741175" y="1199633"/>
                </a:cubicBezTo>
                <a:lnTo>
                  <a:pt x="616867" y="1211943"/>
                </a:lnTo>
                <a:lnTo>
                  <a:pt x="616847" y="1211943"/>
                </a:lnTo>
                <a:lnTo>
                  <a:pt x="492539" y="1199633"/>
                </a:lnTo>
                <a:cubicBezTo>
                  <a:pt x="211447" y="1143128"/>
                  <a:pt x="0" y="898807"/>
                  <a:pt x="0" y="605972"/>
                </a:cubicBezTo>
                <a:cubicBezTo>
                  <a:pt x="0" y="271303"/>
                  <a:pt x="276176" y="0"/>
                  <a:pt x="61685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1" b="24588"/>
          <a:stretch>
            <a:fillRect/>
          </a:stretch>
        </p:blipFill>
        <p:spPr>
          <a:xfrm>
            <a:off x="4421579" y="2554311"/>
            <a:ext cx="1219699" cy="1123731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16" name="Picture 15" descr="https://media-syd2-1.cdn.whatsapp.net/v/t61.24694-24/673766146_1765746481072988_3415667082389391663_n.jpg?ccb=11-4&amp;oh=01_Q5Aa4gG7q5wQKd1Ww2qS-55iQ0YfWzGocvWsVFDRbEgpvNsBzg&amp;oe=6A2BE447&amp;_nc_sid=5e03e0&amp;_nc_cat=1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38" b="21414"/>
          <a:stretch>
            <a:fillRect/>
          </a:stretch>
        </p:blipFill>
        <p:spPr bwMode="auto">
          <a:xfrm>
            <a:off x="8129719" y="2536744"/>
            <a:ext cx="1239252" cy="1163668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rcRect l="4050" t="468" r="4050" b="16598"/>
          <a:stretch>
            <a:fillRect/>
          </a:stretch>
        </p:blipFill>
        <p:spPr>
          <a:xfrm>
            <a:off x="399596" y="4417416"/>
            <a:ext cx="1363889" cy="1228642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rcRect l="7544" t="3682" r="7544" b="21159"/>
          <a:stretch>
            <a:fillRect/>
          </a:stretch>
        </p:blipFill>
        <p:spPr>
          <a:xfrm>
            <a:off x="4422818" y="4476347"/>
            <a:ext cx="1203946" cy="1140681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1" t="38780" r="39411" b="51780"/>
          <a:stretch>
            <a:fillRect/>
          </a:stretch>
        </p:blipFill>
        <p:spPr>
          <a:xfrm>
            <a:off x="8129719" y="4461830"/>
            <a:ext cx="1225563" cy="1184227"/>
          </a:xfrm>
          <a:custGeom>
            <a:avLst/>
            <a:gdLst>
              <a:gd name="connsiteX0" fmla="*/ 594096 w 1188192"/>
              <a:gd name="connsiteY0" fmla="*/ 0 h 1042576"/>
              <a:gd name="connsiteX1" fmla="*/ 1188192 w 1188192"/>
              <a:gd name="connsiteY1" fmla="*/ 521288 h 1042576"/>
              <a:gd name="connsiteX2" fmla="*/ 594096 w 1188192"/>
              <a:gd name="connsiteY2" fmla="*/ 1042576 h 1042576"/>
              <a:gd name="connsiteX3" fmla="*/ 0 w 1188192"/>
              <a:gd name="connsiteY3" fmla="*/ 521288 h 1042576"/>
              <a:gd name="connsiteX4" fmla="*/ 594096 w 1188192"/>
              <a:gd name="connsiteY4" fmla="*/ 0 h 104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8192" h="1042576">
                <a:moveTo>
                  <a:pt x="594096" y="0"/>
                </a:moveTo>
                <a:cubicBezTo>
                  <a:pt x="922206" y="0"/>
                  <a:pt x="1188192" y="233389"/>
                  <a:pt x="1188192" y="521288"/>
                </a:cubicBezTo>
                <a:cubicBezTo>
                  <a:pt x="1188192" y="809187"/>
                  <a:pt x="922206" y="1042576"/>
                  <a:pt x="594096" y="1042576"/>
                </a:cubicBezTo>
                <a:cubicBezTo>
                  <a:pt x="265986" y="1042576"/>
                  <a:pt x="0" y="809187"/>
                  <a:pt x="0" y="521288"/>
                </a:cubicBezTo>
                <a:cubicBezTo>
                  <a:pt x="0" y="233389"/>
                  <a:pt x="265986" y="0"/>
                  <a:pt x="59409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6369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5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2026-06-02T10:36:36Z</dcterms:created>
  <dcterms:modified xsi:type="dcterms:W3CDTF">2026-06-23T11:01:45Z</dcterms:modified>
</cp:coreProperties>
</file>