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3" r:id="rId7"/>
    <p:sldId id="265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38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516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672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19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84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547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566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314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41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54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42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EBE22-5776-4D55-BE0F-3A66F75FA657}" type="datetimeFigureOut">
              <a:rPr lang="en-AU" smtClean="0"/>
              <a:t>19/10/2026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3D14-EC7A-42EF-9FDA-5A97AD5779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8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1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7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" y="0"/>
            <a:ext cx="12179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5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" y="0"/>
            <a:ext cx="12179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8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5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10</cp:revision>
  <dcterms:created xsi:type="dcterms:W3CDTF">2026-10-15T02:28:42Z</dcterms:created>
  <dcterms:modified xsi:type="dcterms:W3CDTF">2026-10-19T10:47:38Z</dcterms:modified>
</cp:coreProperties>
</file>