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58" r:id="rId5"/>
    <p:sldId id="261" r:id="rId6"/>
    <p:sldId id="263" r:id="rId7"/>
    <p:sldId id="265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6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5386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5161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6721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21192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843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5473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5666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3144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704132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541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4426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9EBE22-5776-4D55-BE0F-3A66F75FA657}" type="datetimeFigureOut">
              <a:rPr lang="en-AU" smtClean="0"/>
              <a:t>20/10/2026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E33D14-EC7A-42EF-9FDA-5A97AD57795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48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3807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313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" y="0"/>
            <a:ext cx="121782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371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98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" y="0"/>
            <a:ext cx="121798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455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" y="0"/>
            <a:ext cx="121798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980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751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00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10</cp:revision>
  <dcterms:created xsi:type="dcterms:W3CDTF">2026-10-15T02:28:42Z</dcterms:created>
  <dcterms:modified xsi:type="dcterms:W3CDTF">2026-10-19T23:55:44Z</dcterms:modified>
</cp:coreProperties>
</file>