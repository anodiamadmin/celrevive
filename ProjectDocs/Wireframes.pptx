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70" r:id="rId3"/>
    <p:sldId id="297" r:id="rId4"/>
    <p:sldId id="271" r:id="rId5"/>
    <p:sldId id="272" r:id="rId6"/>
    <p:sldId id="273" r:id="rId7"/>
    <p:sldId id="260" r:id="rId8"/>
    <p:sldId id="261" r:id="rId9"/>
    <p:sldId id="268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62" r:id="rId27"/>
    <p:sldId id="294" r:id="rId28"/>
    <p:sldId id="295" r:id="rId29"/>
    <p:sldId id="299" r:id="rId30"/>
    <p:sldId id="298" r:id="rId31"/>
    <p:sldId id="29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59C"/>
    <a:srgbClr val="FFFFFF"/>
    <a:srgbClr val="8C9CA2"/>
    <a:srgbClr val="FCF9F8"/>
    <a:srgbClr val="F8F7F3"/>
    <a:srgbClr val="FEF8F8"/>
    <a:srgbClr val="FEFAF9"/>
    <a:srgbClr val="FA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06E67D-C54B-4B58-BDB6-6B5F2211A8C8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C5CBAE-F290-4291-BF89-91A2518D5A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418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150B0-FE4A-AB2D-7980-A51BFFE37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1236B-8A4B-FB2F-CDA1-44F8C01565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32D66-1949-5605-82B7-79D6C327A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B3F6C-58F6-870D-EF52-3D44A3B1C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58055-160E-06D8-1235-353A4478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954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FD729-0847-07A0-82D2-7F4830877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9AF8E-F669-0C70-4CA3-7654F311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5D7F6-109E-A253-0055-15E61D87C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1B6E-07C3-DE9E-AD7C-02A0FE31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4F9CE-897F-7099-0C99-5F19F860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02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7C9AD-9CC5-FD8B-EE3E-158229F64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7B26B-CB20-B64D-8A61-D178DFD93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0B87D-8F6A-29A3-69A0-55FF689B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735F5-A820-96A6-576D-6DCEEE367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A516-B201-3CDC-7E7A-227A9395A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07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CB5A0-B67A-50D6-1003-E9E7F18CE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26DD6-6199-E356-46B5-4AACD3CB5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2234C1-95D9-F981-9B3D-BC84D3E77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18856-ADFA-BE57-7B25-78B9E871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C52C0D-6DA3-A609-8A48-C9BDFDFA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B82E51-EF9A-747B-86D2-F1D264BDB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9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8C42D-8445-AB86-10AC-476C6E20A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0EF78-0D8D-2DD7-9762-953DF3833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3C54E4-BA2D-DA2A-7DF9-BF43A963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CFCE7-0C6F-DE04-48A7-EE8E580C07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D95912-D266-3474-20FE-0B9EC41D5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3B622-4ED5-964B-BCCF-A5923B020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ED5212-4781-344F-9438-CEBF02DDE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1140AA-BB9B-9E33-4968-1910F3CB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0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F52FD-521B-098F-B3A3-F5F3871D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E7D67-6A35-71D4-9138-B8F07A586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488306-C019-EA9D-D3C0-9FBB1A0E4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12D64B-A571-7D9C-BC9C-AAF56068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8CCFD5-B4D5-B564-0BD7-DD879B16A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676878-E676-90B2-F7DB-964CC570A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9E537-D47D-D121-0B35-7661983E1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060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5E0F-0B8B-0B15-2487-11C361D84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397E3-B3AD-3609-40F1-2798DD062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BE97E-6A4A-0853-8875-0E8BBB7DE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A807C-CAD3-02DA-B751-06DF6EC6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0C1E7-CEC2-B712-38E7-2D8E190AB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525BA-220B-E696-F6FC-5057EF763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508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1C9C3-95A8-9564-0685-A03A153E8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7E5488-140A-DE29-71CA-187B33ACB7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F2A43-D361-79B7-38EB-96C3D2600C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5869B-2520-47FD-5870-FDF46E8D3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D75A6-5371-5969-1635-323B5DEF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A859CC-546D-EBF4-E7D8-1C8F818D6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5DD4-431B-6BEB-F549-A5D0452E1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F07F90-886D-6988-3EF5-9FB2491A4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5569C-0F25-8D58-5084-4AA87EA5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79994-DE9F-D891-2B8E-066A8876D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AD1E6-454B-3B3A-43A7-A0DA4AE0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01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A11D7B-E5C4-087B-9C88-F6BFE21B9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DDB193-9D42-095A-8B7E-37308A3DAA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6807F-8EF3-8B85-2617-B7B7DF1A8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F9F50-F720-141D-8348-6D39FF490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01104-5293-E2EB-80F5-362AD266C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56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7D7191-330D-A8CC-9FE7-AC2A612C8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77614-B341-365C-B46F-968CA8B9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E9B6-FC7F-A24D-D51E-B0B9B86C4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AA3D55-C9D7-4D1F-B7EB-87F59DBA53D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84B75-A8C2-D7CA-E332-E7301EF8F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A2169-8EE5-3A4F-0D2F-2290FC8BC2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6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B1099D-DD6E-1E07-A6E9-78A21249A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383"/>
          <a:stretch>
            <a:fillRect/>
          </a:stretch>
        </p:blipFill>
        <p:spPr>
          <a:xfrm>
            <a:off x="1209368" y="222"/>
            <a:ext cx="9940974" cy="685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606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0FD190-1B8E-A315-11A2-CCAF75822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688" y="0"/>
            <a:ext cx="78756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423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1EBD3-7C1C-0E4F-054F-A481A6BFC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5116CF-EBC0-3978-F611-E00A68DE2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688" y="0"/>
            <a:ext cx="7875638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F5D216-FACB-D746-17E7-2CD9B3D351F9}"/>
              </a:ext>
            </a:extLst>
          </p:cNvPr>
          <p:cNvSpPr txBox="1"/>
          <p:nvPr/>
        </p:nvSpPr>
        <p:spPr>
          <a:xfrm>
            <a:off x="3300984" y="1014985"/>
            <a:ext cx="50383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Your image is not valid. Take another image with better quality</a:t>
            </a:r>
            <a:endParaRPr lang="en-IN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257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0E479F-9C4C-0787-0144-169B2FCE1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872" y="0"/>
            <a:ext cx="67190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529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983BB5-83D0-8A9C-C420-0A4D39D17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077" y="0"/>
            <a:ext cx="67183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044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53C88F-9245-BCD5-FD69-2ABD09BEB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50" t="1333" r="27736" b="66321"/>
          <a:stretch>
            <a:fillRect/>
          </a:stretch>
        </p:blipFill>
        <p:spPr>
          <a:xfrm>
            <a:off x="2219737" y="0"/>
            <a:ext cx="7752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656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ED835-79A5-5C2B-CF69-971B9F9CD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803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292A81-9132-0A9C-2190-AFA209C4F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686" y="0"/>
            <a:ext cx="79686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5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864B740-41A0-CF65-A92E-31AD55E8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050" y="0"/>
            <a:ext cx="8613900" cy="6858000"/>
          </a:xfrm>
          <a:prstGeom prst="rect">
            <a:avLst/>
          </a:prstGeom>
          <a:solidFill>
            <a:srgbClr val="FCF9F8"/>
          </a:solidFill>
        </p:spPr>
      </p:pic>
    </p:spTree>
    <p:extLst>
      <p:ext uri="{BB962C8B-B14F-4D97-AF65-F5344CB8AC3E}">
        <p14:creationId xmlns:p14="http://schemas.microsoft.com/office/powerpoint/2010/main" val="3978895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D4E2F9-27B9-DC03-D378-F80E74C54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3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73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6F2283-9920-5D59-C274-85DFC9F49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725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B46C1A-7637-6AC0-5767-16978348A1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9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86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30C42F-53C5-599D-6369-3D2BA8436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9922" y="0"/>
            <a:ext cx="92521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01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75B890-35BE-37ED-317E-47563A51E7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5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7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DC3F68-0C1F-B8A9-F180-F6F91CA06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832"/>
            <a:ext cx="12192000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607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F60FE4-0183-4FE0-83D0-78B1FE760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812" y="0"/>
            <a:ext cx="91341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091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A885FD-EC36-7821-D41D-A30D4140D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2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74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082FC-913F-66EF-FF3A-F78FDC23B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7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21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9DDE29-628A-719D-EE97-816321062A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85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FF21AE-4611-BF49-9B4F-87D61E32E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1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07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CDB195-5BB7-D254-30CF-EA9D8AA7B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710" y="0"/>
            <a:ext cx="11885889" cy="593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49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C412E6-BE87-BA01-03B3-9F5EC2C75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832"/>
            <a:ext cx="12192000" cy="5772137"/>
          </a:xfrm>
          <a:prstGeom prst="rect">
            <a:avLst/>
          </a:prstGeom>
          <a:solidFill>
            <a:srgbClr val="F8F7F3"/>
          </a:solidFill>
        </p:spPr>
      </p:pic>
    </p:spTree>
    <p:extLst>
      <p:ext uri="{BB962C8B-B14F-4D97-AF65-F5344CB8AC3E}">
        <p14:creationId xmlns:p14="http://schemas.microsoft.com/office/powerpoint/2010/main" val="3495941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308B9-5662-3C8C-5AE7-A977E5D6A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79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793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075681-4E49-57F0-2373-28EE9DF9E5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7"/>
            <a:ext cx="12192000" cy="585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253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730EE4-61F5-0755-34D7-C161C4A81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742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FD6177-4989-CFDD-3FBC-C461AE734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" r="1056" b="1219"/>
          <a:stretch>
            <a:fillRect/>
          </a:stretch>
        </p:blipFill>
        <p:spPr>
          <a:xfrm>
            <a:off x="2133600" y="0"/>
            <a:ext cx="7924800" cy="685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536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C55FFF-8632-1FB3-FEA8-4870C039A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546"/>
            <a:ext cx="12192000" cy="6654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64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69B0C-EC8C-53DC-8A37-9D807D3B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66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EB83C-3F15-DB92-CE5A-39B1C24E8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8B169-E69A-5470-37E8-7D675061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6019FF-BCE2-E79B-9BDC-09BF46E6FF56}"/>
              </a:ext>
            </a:extLst>
          </p:cNvPr>
          <p:cNvSpPr txBox="1"/>
          <p:nvPr/>
        </p:nvSpPr>
        <p:spPr>
          <a:xfrm>
            <a:off x="877824" y="2377440"/>
            <a:ext cx="348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Your skin looks perfect!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87371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16F13-48C3-9431-6E78-798D16F3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9BA80D-C0E9-4B09-B1B4-8B1349D36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218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543135-C868-7DCF-AD05-5912A79C4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8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17</Words>
  <Application>Microsoft Office PowerPoint</Application>
  <PresentationFormat>Widescreen</PresentationFormat>
  <Paragraphs>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Azad Ansari</dc:creator>
  <cp:lastModifiedBy>Vidit Sharma</cp:lastModifiedBy>
  <cp:revision>19</cp:revision>
  <dcterms:created xsi:type="dcterms:W3CDTF">2026-07-20T18:49:14Z</dcterms:created>
  <dcterms:modified xsi:type="dcterms:W3CDTF">2026-08-21T11:54:19Z</dcterms:modified>
</cp:coreProperties>
</file>