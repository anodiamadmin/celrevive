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70" r:id="rId3"/>
    <p:sldId id="271" r:id="rId4"/>
    <p:sldId id="272" r:id="rId5"/>
    <p:sldId id="273" r:id="rId6"/>
    <p:sldId id="260" r:id="rId7"/>
    <p:sldId id="261" r:id="rId8"/>
    <p:sldId id="268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62" r:id="rId26"/>
    <p:sldId id="294" r:id="rId27"/>
    <p:sldId id="295" r:id="rId28"/>
    <p:sldId id="29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59C"/>
    <a:srgbClr val="FFFFFF"/>
    <a:srgbClr val="8C9CA2"/>
    <a:srgbClr val="FCF9F8"/>
    <a:srgbClr val="F8F7F3"/>
    <a:srgbClr val="FEF8F8"/>
    <a:srgbClr val="FEFAF9"/>
    <a:srgbClr val="FA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6E67D-C54B-4B58-BDB6-6B5F2211A8C8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5CBAE-F290-4291-BF89-91A2518D5A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41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50B0-FE4A-AB2D-7980-A51BFFE37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1236B-8A4B-FB2F-CDA1-44F8C0156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32D66-1949-5605-82B7-79D6C327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B3F6C-58F6-870D-EF52-3D44A3B1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58055-160E-06D8-1235-353A4478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54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D729-0847-07A0-82D2-7F483087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AF8E-F669-0C70-4CA3-7654F311E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5D7F6-109E-A253-0055-15E61D87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1B6E-07C3-DE9E-AD7C-02A0FE31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4F9CE-897F-7099-0C99-5F19F860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0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C9AD-9CC5-FD8B-EE3E-158229F6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7B26B-CB20-B64D-8A61-D178DFD93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B87D-8F6A-29A3-69A0-55FF689BB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735F5-A820-96A6-576D-6DCEEE36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A516-B201-3CDC-7E7A-227A9395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0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B5A0-B67A-50D6-1003-E9E7F18C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6DD6-6199-E356-46B5-4AACD3CB5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234C1-95D9-F981-9B3D-BC84D3E77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18856-ADFA-BE57-7B25-78B9E871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52C0D-6DA3-A609-8A48-C9BDFDFA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82E51-EF9A-747B-86D2-F1D264BD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C42D-8445-AB86-10AC-476C6E20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0EF78-0D8D-2DD7-9762-953DF3833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C54E4-BA2D-DA2A-7DF9-BF43A963E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CFCE7-0C6F-DE04-48A7-EE8E580C0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95912-D266-3474-20FE-0B9EC41D5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3B622-4ED5-964B-BCCF-A5923B02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D5212-4781-344F-9438-CEBF02DD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140AA-BB9B-9E33-4968-1910F3CB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7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52FD-521B-098F-B3A3-F5F3871D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E7D67-6A35-71D4-9138-B8F07A58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88306-C019-EA9D-D3C0-9FBB1A0E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2D64B-A571-7D9C-BC9C-AAF56068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5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CCFD5-B4D5-B564-0BD7-DD879B16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76878-E676-90B2-F7DB-964CC570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9E537-D47D-D121-0B35-7661983E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5E0F-0B8B-0B15-2487-11C361D8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397E3-B3AD-3609-40F1-2798DD062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BE97E-6A4A-0853-8875-0E8BBB7DE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A807C-CAD3-02DA-B751-06DF6EC6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0C1E7-CEC2-B712-38E7-2D8E190A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525BA-220B-E696-F6FC-5057EF76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0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C9C3-95A8-9564-0685-A03A153E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E5488-140A-DE29-71CA-187B33ACB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F2A43-D361-79B7-38EB-96C3D2600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869B-2520-47FD-5870-FDF46E8D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D75A6-5371-5969-1635-323B5DEF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859CC-546D-EBF4-E7D8-1C8F818D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5DD4-431B-6BEB-F549-A5D0452E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07F90-886D-6988-3EF5-9FB2491A4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5569C-0F25-8D58-5084-4AA87EA5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79994-DE9F-D891-2B8E-066A8876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AD1E6-454B-3B3A-43A7-A0DA4AE0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0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11D7B-E5C4-087B-9C88-F6BFE21B9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DB193-9D42-095A-8B7E-37308A3DA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6807F-8EF3-8B85-2617-B7B7DF1A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F9F50-F720-141D-8348-6D39FF49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01104-5293-E2EB-80F5-362AD266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5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7D7191-330D-A8CC-9FE7-AC2A612C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77614-B341-365C-B46F-968CA8B9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AE9B6-FC7F-A24D-D51E-B0B9B86C4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A3D55-C9D7-4D1F-B7EB-87F59DBA53D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4B75-A8C2-D7CA-E332-E7301EF8F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A2169-8EE5-3A4F-0D2F-2290FC8BC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C6899-50DE-4C31-9EF7-53894739E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6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1099D-DD6E-1E07-A6E9-78A21249A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83"/>
          <a:stretch>
            <a:fillRect/>
          </a:stretch>
        </p:blipFill>
        <p:spPr>
          <a:xfrm>
            <a:off x="1209368" y="222"/>
            <a:ext cx="9940974" cy="68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06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0FD190-1B8E-A315-11A2-CCAF75822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256" y="0"/>
            <a:ext cx="7875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23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0E479F-9C4C-0787-0144-169B2FCE1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872" y="0"/>
            <a:ext cx="6719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29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83BB5-83D0-8A9C-C420-0A4D39D17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077" y="0"/>
            <a:ext cx="6718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4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3C88F-9245-BCD5-FD69-2ABD09BEB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0" t="1333" r="27736" b="66321"/>
          <a:stretch>
            <a:fillRect/>
          </a:stretch>
        </p:blipFill>
        <p:spPr>
          <a:xfrm>
            <a:off x="2219737" y="0"/>
            <a:ext cx="7752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5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ED835-79A5-5C2B-CF69-971B9F9CD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0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92A81-9132-0A9C-2190-AFA209C4F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686" y="0"/>
            <a:ext cx="7968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5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64B740-41A0-CF65-A92E-31AD55E8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50" y="0"/>
            <a:ext cx="8613900" cy="6858000"/>
          </a:xfrm>
          <a:prstGeom prst="rect">
            <a:avLst/>
          </a:prstGeom>
          <a:solidFill>
            <a:srgbClr val="FCF9F8"/>
          </a:solidFill>
        </p:spPr>
      </p:pic>
    </p:spTree>
    <p:extLst>
      <p:ext uri="{BB962C8B-B14F-4D97-AF65-F5344CB8AC3E}">
        <p14:creationId xmlns:p14="http://schemas.microsoft.com/office/powerpoint/2010/main" val="3978895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D4E2F9-27B9-DC03-D378-F80E74C54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3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F2283-9920-5D59-C274-85DFC9F49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2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B46C1A-7637-6AC0-5767-16978348A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6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0C42F-53C5-599D-6369-3D2BA8436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922" y="0"/>
            <a:ext cx="9252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01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75B890-35BE-37ED-317E-47563A51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7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C3F68-0C1F-B8A9-F180-F6F91CA06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2"/>
            <a:ext cx="12192000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07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F60FE4-0183-4FE0-83D0-78B1FE760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812" y="0"/>
            <a:ext cx="9134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91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885FD-EC36-7821-D41D-A30D4140D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4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8082FC-913F-66EF-FF3A-F78FDC23B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87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1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DDE29-628A-719D-EE97-816321062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85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F21AE-4611-BF49-9B4F-87D61E32E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07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DB195-5BB7-D254-30CF-EA9D8AA7B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10" y="0"/>
            <a:ext cx="11885889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49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C412E6-BE87-BA01-03B3-9F5EC2C75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2"/>
            <a:ext cx="12192000" cy="5772137"/>
          </a:xfrm>
          <a:prstGeom prst="rect">
            <a:avLst/>
          </a:prstGeom>
          <a:solidFill>
            <a:srgbClr val="F8F7F3"/>
          </a:solidFill>
        </p:spPr>
      </p:pic>
    </p:spTree>
    <p:extLst>
      <p:ext uri="{BB962C8B-B14F-4D97-AF65-F5344CB8AC3E}">
        <p14:creationId xmlns:p14="http://schemas.microsoft.com/office/powerpoint/2010/main" val="3495941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308B9-5662-3C8C-5AE7-A977E5D6A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93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075681-4E49-57F0-2373-28EE9DF9E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7"/>
            <a:ext cx="12192000" cy="58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53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30EE4-61F5-0755-34D7-C161C4A81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42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D6177-4989-CFDD-3FBC-C461AE734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" r="1056" b="1219"/>
          <a:stretch>
            <a:fillRect/>
          </a:stretch>
        </p:blipFill>
        <p:spPr>
          <a:xfrm>
            <a:off x="2133600" y="0"/>
            <a:ext cx="7924800" cy="685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5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55FFF-8632-1FB3-FEA8-4870C039A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546"/>
            <a:ext cx="12192000" cy="66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64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270ACA-4C0D-3F9A-4296-37AC4CFB5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6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383A8-FC53-3472-F7F8-45E402A19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Azad Ansari</dc:creator>
  <cp:lastModifiedBy>sayanb0978@gmail.com</cp:lastModifiedBy>
  <cp:revision>14</cp:revision>
  <dcterms:created xsi:type="dcterms:W3CDTF">2026-07-20T18:49:14Z</dcterms:created>
  <dcterms:modified xsi:type="dcterms:W3CDTF">2026-07-28T08:21:27Z</dcterms:modified>
</cp:coreProperties>
</file>